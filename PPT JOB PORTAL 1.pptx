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2" r:id="rId1"/>
  </p:sldMasterIdLst>
  <p:sldIdLst>
    <p:sldId id="256" r:id="rId2"/>
    <p:sldId id="257" r:id="rId3"/>
    <p:sldId id="258" r:id="rId4"/>
    <p:sldId id="259" r:id="rId5"/>
    <p:sldId id="260" r:id="rId6"/>
    <p:sldId id="261" r:id="rId7"/>
    <p:sldId id="263" r:id="rId8"/>
    <p:sldId id="264"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0078694-9095-48EE-8C2E-785B160392B9}" v="39" dt="2026-08-02T16:29:19.6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snapToGrid="0">
      <p:cViewPr varScale="1">
        <p:scale>
          <a:sx n="82" d="100"/>
          <a:sy n="82" d="100"/>
        </p:scale>
        <p:origin x="69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ulya Blessy" userId="5382cb7f5433903a" providerId="LiveId" clId="{AAA794CA-285D-4513-A8A2-FAD98DF9ACE2}"/>
    <pc:docChg chg="undo custSel addSld delSld modSld sldOrd modMainMaster">
      <pc:chgData name="Amulya Blessy" userId="5382cb7f5433903a" providerId="LiveId" clId="{AAA794CA-285D-4513-A8A2-FAD98DF9ACE2}" dt="2026-08-02T16:38:11.283" v="1011" actId="20577"/>
      <pc:docMkLst>
        <pc:docMk/>
      </pc:docMkLst>
      <pc:sldChg chg="modSp new mod">
        <pc:chgData name="Amulya Blessy" userId="5382cb7f5433903a" providerId="LiveId" clId="{AAA794CA-285D-4513-A8A2-FAD98DF9ACE2}" dt="2026-08-02T16:38:11.283" v="1011" actId="20577"/>
        <pc:sldMkLst>
          <pc:docMk/>
          <pc:sldMk cId="749472004" sldId="256"/>
        </pc:sldMkLst>
        <pc:spChg chg="mod">
          <ac:chgData name="Amulya Blessy" userId="5382cb7f5433903a" providerId="LiveId" clId="{AAA794CA-285D-4513-A8A2-FAD98DF9ACE2}" dt="2026-08-02T16:38:11.283" v="1011" actId="20577"/>
          <ac:spMkLst>
            <pc:docMk/>
            <pc:sldMk cId="749472004" sldId="256"/>
            <ac:spMk id="2" creationId="{1B410A51-1CA3-1FD0-FC46-AC9AA23B9973}"/>
          </ac:spMkLst>
        </pc:spChg>
        <pc:spChg chg="mod">
          <ac:chgData name="Amulya Blessy" userId="5382cb7f5433903a" providerId="LiveId" clId="{AAA794CA-285D-4513-A8A2-FAD98DF9ACE2}" dt="2026-08-02T16:13:34.794" v="888" actId="20577"/>
          <ac:spMkLst>
            <pc:docMk/>
            <pc:sldMk cId="749472004" sldId="256"/>
            <ac:spMk id="3" creationId="{E2675C30-B36A-A3E2-DB8D-D034A5D15D7E}"/>
          </ac:spMkLst>
        </pc:spChg>
      </pc:sldChg>
      <pc:sldChg chg="modSp new mod ord">
        <pc:chgData name="Amulya Blessy" userId="5382cb7f5433903a" providerId="LiveId" clId="{AAA794CA-285D-4513-A8A2-FAD98DF9ACE2}" dt="2026-08-02T16:37:07.407" v="1010" actId="14100"/>
        <pc:sldMkLst>
          <pc:docMk/>
          <pc:sldMk cId="3879971790" sldId="257"/>
        </pc:sldMkLst>
        <pc:spChg chg="mod">
          <ac:chgData name="Amulya Blessy" userId="5382cb7f5433903a" providerId="LiveId" clId="{AAA794CA-285D-4513-A8A2-FAD98DF9ACE2}" dt="2026-08-02T16:37:07.407" v="1010" actId="14100"/>
          <ac:spMkLst>
            <pc:docMk/>
            <pc:sldMk cId="3879971790" sldId="257"/>
            <ac:spMk id="2" creationId="{644E1667-4F7F-223F-82C5-01624AB2AAA6}"/>
          </ac:spMkLst>
        </pc:spChg>
        <pc:spChg chg="mod">
          <ac:chgData name="Amulya Blessy" userId="5382cb7f5433903a" providerId="LiveId" clId="{AAA794CA-285D-4513-A8A2-FAD98DF9ACE2}" dt="2026-08-02T16:26:26.893" v="966" actId="2711"/>
          <ac:spMkLst>
            <pc:docMk/>
            <pc:sldMk cId="3879971790" sldId="257"/>
            <ac:spMk id="3" creationId="{8E5532D9-CCA5-EF76-7ED4-C8CD1AD3A92E}"/>
          </ac:spMkLst>
        </pc:spChg>
      </pc:sldChg>
      <pc:sldChg chg="modSp new mod">
        <pc:chgData name="Amulya Blessy" userId="5382cb7f5433903a" providerId="LiveId" clId="{AAA794CA-285D-4513-A8A2-FAD98DF9ACE2}" dt="2026-08-02T16:34:34.568" v="983" actId="207"/>
        <pc:sldMkLst>
          <pc:docMk/>
          <pc:sldMk cId="333958172" sldId="258"/>
        </pc:sldMkLst>
        <pc:spChg chg="mod">
          <ac:chgData name="Amulya Blessy" userId="5382cb7f5433903a" providerId="LiveId" clId="{AAA794CA-285D-4513-A8A2-FAD98DF9ACE2}" dt="2026-08-02T16:34:34.568" v="983" actId="207"/>
          <ac:spMkLst>
            <pc:docMk/>
            <pc:sldMk cId="333958172" sldId="258"/>
            <ac:spMk id="2" creationId="{941EB8DB-BA34-B87A-DF74-2FCBC830E85E}"/>
          </ac:spMkLst>
        </pc:spChg>
        <pc:spChg chg="mod">
          <ac:chgData name="Amulya Blessy" userId="5382cb7f5433903a" providerId="LiveId" clId="{AAA794CA-285D-4513-A8A2-FAD98DF9ACE2}" dt="2026-08-02T16:34:00.618" v="982" actId="207"/>
          <ac:spMkLst>
            <pc:docMk/>
            <pc:sldMk cId="333958172" sldId="258"/>
            <ac:spMk id="3" creationId="{F2B2C281-813E-7691-590A-F1C97EA18B5D}"/>
          </ac:spMkLst>
        </pc:spChg>
      </pc:sldChg>
      <pc:sldChg chg="new del">
        <pc:chgData name="Amulya Blessy" userId="5382cb7f5433903a" providerId="LiveId" clId="{AAA794CA-285D-4513-A8A2-FAD98DF9ACE2}" dt="2026-08-02T13:55:17.795" v="197" actId="2696"/>
        <pc:sldMkLst>
          <pc:docMk/>
          <pc:sldMk cId="3442272594" sldId="258"/>
        </pc:sldMkLst>
      </pc:sldChg>
      <pc:sldChg chg="modSp new del mod">
        <pc:chgData name="Amulya Blessy" userId="5382cb7f5433903a" providerId="LiveId" clId="{AAA794CA-285D-4513-A8A2-FAD98DF9ACE2}" dt="2026-08-02T13:58:23.464" v="226" actId="2696"/>
        <pc:sldMkLst>
          <pc:docMk/>
          <pc:sldMk cId="3569704926" sldId="258"/>
        </pc:sldMkLst>
        <pc:spChg chg="mod">
          <ac:chgData name="Amulya Blessy" userId="5382cb7f5433903a" providerId="LiveId" clId="{AAA794CA-285D-4513-A8A2-FAD98DF9ACE2}" dt="2026-08-02T13:55:44.124" v="213" actId="14100"/>
          <ac:spMkLst>
            <pc:docMk/>
            <pc:sldMk cId="3569704926" sldId="258"/>
            <ac:spMk id="2" creationId="{09ECFF52-1CB9-B342-9DCA-7F73CF7B5BD2}"/>
          </ac:spMkLst>
        </pc:spChg>
        <pc:spChg chg="mod">
          <ac:chgData name="Amulya Blessy" userId="5382cb7f5433903a" providerId="LiveId" clId="{AAA794CA-285D-4513-A8A2-FAD98DF9ACE2}" dt="2026-08-02T13:58:08.661" v="225"/>
          <ac:spMkLst>
            <pc:docMk/>
            <pc:sldMk cId="3569704926" sldId="258"/>
            <ac:spMk id="3" creationId="{B728546D-4C42-2E5B-3E9D-0AAF8ACA2F6A}"/>
          </ac:spMkLst>
        </pc:spChg>
      </pc:sldChg>
      <pc:sldChg chg="modSp new mod">
        <pc:chgData name="Amulya Blessy" userId="5382cb7f5433903a" providerId="LiveId" clId="{AAA794CA-285D-4513-A8A2-FAD98DF9ACE2}" dt="2026-08-02T16:36:12.629" v="1006" actId="207"/>
        <pc:sldMkLst>
          <pc:docMk/>
          <pc:sldMk cId="1852453437" sldId="259"/>
        </pc:sldMkLst>
        <pc:spChg chg="mod">
          <ac:chgData name="Amulya Blessy" userId="5382cb7f5433903a" providerId="LiveId" clId="{AAA794CA-285D-4513-A8A2-FAD98DF9ACE2}" dt="2026-08-02T16:36:12.629" v="1006" actId="207"/>
          <ac:spMkLst>
            <pc:docMk/>
            <pc:sldMk cId="1852453437" sldId="259"/>
            <ac:spMk id="2" creationId="{D00FDB52-B41C-C009-7A86-64DAB414BB97}"/>
          </ac:spMkLst>
        </pc:spChg>
        <pc:spChg chg="mod">
          <ac:chgData name="Amulya Blessy" userId="5382cb7f5433903a" providerId="LiveId" clId="{AAA794CA-285D-4513-A8A2-FAD98DF9ACE2}" dt="2026-08-02T16:35:51.169" v="1005" actId="20577"/>
          <ac:spMkLst>
            <pc:docMk/>
            <pc:sldMk cId="1852453437" sldId="259"/>
            <ac:spMk id="3" creationId="{3770EC3E-8A13-C424-E3A6-309284792E80}"/>
          </ac:spMkLst>
        </pc:spChg>
      </pc:sldChg>
      <pc:sldChg chg="modSp new del mod">
        <pc:chgData name="Amulya Blessy" userId="5382cb7f5433903a" providerId="LiveId" clId="{AAA794CA-285D-4513-A8A2-FAD98DF9ACE2}" dt="2026-08-02T15:34:07.795" v="416" actId="2696"/>
        <pc:sldMkLst>
          <pc:docMk/>
          <pc:sldMk cId="487303393" sldId="260"/>
        </pc:sldMkLst>
        <pc:spChg chg="mod">
          <ac:chgData name="Amulya Blessy" userId="5382cb7f5433903a" providerId="LiveId" clId="{AAA794CA-285D-4513-A8A2-FAD98DF9ACE2}" dt="2026-08-02T15:33:09.188" v="414" actId="14100"/>
          <ac:spMkLst>
            <pc:docMk/>
            <pc:sldMk cId="487303393" sldId="260"/>
            <ac:spMk id="2" creationId="{74444689-B6F3-4233-8C3F-A6A6CCD6B1DA}"/>
          </ac:spMkLst>
        </pc:spChg>
        <pc:spChg chg="mod">
          <ac:chgData name="Amulya Blessy" userId="5382cb7f5433903a" providerId="LiveId" clId="{AAA794CA-285D-4513-A8A2-FAD98DF9ACE2}" dt="2026-08-02T15:33:16.779" v="415" actId="14100"/>
          <ac:spMkLst>
            <pc:docMk/>
            <pc:sldMk cId="487303393" sldId="260"/>
            <ac:spMk id="3" creationId="{6390CE8C-789A-D8F7-ABA0-37DDFA60A62A}"/>
          </ac:spMkLst>
        </pc:spChg>
      </pc:sldChg>
      <pc:sldChg chg="modSp new mod">
        <pc:chgData name="Amulya Blessy" userId="5382cb7f5433903a" providerId="LiveId" clId="{AAA794CA-285D-4513-A8A2-FAD98DF9ACE2}" dt="2026-08-02T16:36:40.792" v="1007" actId="207"/>
        <pc:sldMkLst>
          <pc:docMk/>
          <pc:sldMk cId="1557926995" sldId="260"/>
        </pc:sldMkLst>
        <pc:spChg chg="mod">
          <ac:chgData name="Amulya Blessy" userId="5382cb7f5433903a" providerId="LiveId" clId="{AAA794CA-285D-4513-A8A2-FAD98DF9ACE2}" dt="2026-08-02T16:36:40.792" v="1007" actId="207"/>
          <ac:spMkLst>
            <pc:docMk/>
            <pc:sldMk cId="1557926995" sldId="260"/>
            <ac:spMk id="2" creationId="{1F0A35AC-75B7-E4B2-2FBD-18EEDC8498B4}"/>
          </ac:spMkLst>
        </pc:spChg>
        <pc:spChg chg="mod">
          <ac:chgData name="Amulya Blessy" userId="5382cb7f5433903a" providerId="LiveId" clId="{AAA794CA-285D-4513-A8A2-FAD98DF9ACE2}" dt="2026-08-02T16:13:17.514" v="825" actId="27636"/>
          <ac:spMkLst>
            <pc:docMk/>
            <pc:sldMk cId="1557926995" sldId="260"/>
            <ac:spMk id="3" creationId="{64F37FB2-64F3-AE18-4A32-7033A863FE1C}"/>
          </ac:spMkLst>
        </pc:spChg>
      </pc:sldChg>
      <pc:sldChg chg="new del">
        <pc:chgData name="Amulya Blessy" userId="5382cb7f5433903a" providerId="LiveId" clId="{AAA794CA-285D-4513-A8A2-FAD98DF9ACE2}" dt="2026-08-02T15:24:39.819" v="324" actId="2696"/>
        <pc:sldMkLst>
          <pc:docMk/>
          <pc:sldMk cId="1940953919" sldId="260"/>
        </pc:sldMkLst>
      </pc:sldChg>
      <pc:sldChg chg="addSp delSp modSp new mod">
        <pc:chgData name="Amulya Blessy" userId="5382cb7f5433903a" providerId="LiveId" clId="{AAA794CA-285D-4513-A8A2-FAD98DF9ACE2}" dt="2026-08-02T15:52:25.976" v="557" actId="14100"/>
        <pc:sldMkLst>
          <pc:docMk/>
          <pc:sldMk cId="1302040665" sldId="261"/>
        </pc:sldMkLst>
        <pc:spChg chg="mod">
          <ac:chgData name="Amulya Blessy" userId="5382cb7f5433903a" providerId="LiveId" clId="{AAA794CA-285D-4513-A8A2-FAD98DF9ACE2}" dt="2026-08-02T15:50:06.171" v="543" actId="14100"/>
          <ac:spMkLst>
            <pc:docMk/>
            <pc:sldMk cId="1302040665" sldId="261"/>
            <ac:spMk id="2" creationId="{8EC832EE-581E-1C32-A6FB-570E6D33D1F8}"/>
          </ac:spMkLst>
        </pc:spChg>
        <pc:spChg chg="del mod">
          <ac:chgData name="Amulya Blessy" userId="5382cb7f5433903a" providerId="LiveId" clId="{AAA794CA-285D-4513-A8A2-FAD98DF9ACE2}" dt="2026-08-02T15:45:27.456" v="528" actId="22"/>
          <ac:spMkLst>
            <pc:docMk/>
            <pc:sldMk cId="1302040665" sldId="261"/>
            <ac:spMk id="3" creationId="{2347A087-7C04-DD81-295B-50F8A9AA2833}"/>
          </ac:spMkLst>
        </pc:spChg>
        <pc:spChg chg="add del mod">
          <ac:chgData name="Amulya Blessy" userId="5382cb7f5433903a" providerId="LiveId" clId="{AAA794CA-285D-4513-A8A2-FAD98DF9ACE2}" dt="2026-08-02T15:52:04.857" v="554" actId="22"/>
          <ac:spMkLst>
            <pc:docMk/>
            <pc:sldMk cId="1302040665" sldId="261"/>
            <ac:spMk id="7" creationId="{6FFBB72F-11E6-ADC4-5AB4-1CCF0D70ADD1}"/>
          </ac:spMkLst>
        </pc:spChg>
        <pc:picChg chg="add del mod ord">
          <ac:chgData name="Amulya Blessy" userId="5382cb7f5433903a" providerId="LiveId" clId="{AAA794CA-285D-4513-A8A2-FAD98DF9ACE2}" dt="2026-08-02T15:50:43.850" v="551" actId="21"/>
          <ac:picMkLst>
            <pc:docMk/>
            <pc:sldMk cId="1302040665" sldId="261"/>
            <ac:picMk id="5" creationId="{AD63EC90-B55E-8891-CDDB-FB8A5D6DB338}"/>
          </ac:picMkLst>
        </pc:picChg>
        <pc:picChg chg="add mod ord">
          <ac:chgData name="Amulya Blessy" userId="5382cb7f5433903a" providerId="LiveId" clId="{AAA794CA-285D-4513-A8A2-FAD98DF9ACE2}" dt="2026-08-02T15:52:25.976" v="557" actId="14100"/>
          <ac:picMkLst>
            <pc:docMk/>
            <pc:sldMk cId="1302040665" sldId="261"/>
            <ac:picMk id="9" creationId="{8218E35C-093D-9C14-CDE9-CA490FB49E9F}"/>
          </ac:picMkLst>
        </pc:picChg>
      </pc:sldChg>
      <pc:sldChg chg="addSp delSp modSp new del mod">
        <pc:chgData name="Amulya Blessy" userId="5382cb7f5433903a" providerId="LiveId" clId="{AAA794CA-285D-4513-A8A2-FAD98DF9ACE2}" dt="2026-08-02T16:27:23.245" v="967" actId="2696"/>
        <pc:sldMkLst>
          <pc:docMk/>
          <pc:sldMk cId="2224585738" sldId="262"/>
        </pc:sldMkLst>
        <pc:picChg chg="add del mod">
          <ac:chgData name="Amulya Blessy" userId="5382cb7f5433903a" providerId="LiveId" clId="{AAA794CA-285D-4513-A8A2-FAD98DF9ACE2}" dt="2026-08-02T15:58:11.957" v="593" actId="21"/>
          <ac:picMkLst>
            <pc:docMk/>
            <pc:sldMk cId="2224585738" sldId="262"/>
            <ac:picMk id="2" creationId="{D2F21602-6E69-F01A-D3C1-CFFD0253FE21}"/>
          </ac:picMkLst>
        </pc:picChg>
        <pc:picChg chg="add mod">
          <ac:chgData name="Amulya Blessy" userId="5382cb7f5433903a" providerId="LiveId" clId="{AAA794CA-285D-4513-A8A2-FAD98DF9ACE2}" dt="2026-08-02T15:59:07.937" v="601" actId="14100"/>
          <ac:picMkLst>
            <pc:docMk/>
            <pc:sldMk cId="2224585738" sldId="262"/>
            <ac:picMk id="3" creationId="{F3024F9E-63B6-7BC0-BEA2-F54F6C17FF98}"/>
          </ac:picMkLst>
        </pc:picChg>
      </pc:sldChg>
      <pc:sldChg chg="addSp delSp modSp new mod">
        <pc:chgData name="Amulya Blessy" userId="5382cb7f5433903a" providerId="LiveId" clId="{AAA794CA-285D-4513-A8A2-FAD98DF9ACE2}" dt="2026-08-02T16:29:01.151" v="977" actId="14100"/>
        <pc:sldMkLst>
          <pc:docMk/>
          <pc:sldMk cId="3651563458" sldId="262"/>
        </pc:sldMkLst>
        <pc:spChg chg="del">
          <ac:chgData name="Amulya Blessy" userId="5382cb7f5433903a" providerId="LiveId" clId="{AAA794CA-285D-4513-A8A2-FAD98DF9ACE2}" dt="2026-08-02T16:28:17.797" v="970" actId="478"/>
          <ac:spMkLst>
            <pc:docMk/>
            <pc:sldMk cId="3651563458" sldId="262"/>
            <ac:spMk id="2" creationId="{233ED366-34B3-E99D-B3F7-53AE42FB8C3D}"/>
          </ac:spMkLst>
        </pc:spChg>
        <pc:spChg chg="del">
          <ac:chgData name="Amulya Blessy" userId="5382cb7f5433903a" providerId="LiveId" clId="{AAA794CA-285D-4513-A8A2-FAD98DF9ACE2}" dt="2026-08-02T16:28:07.139" v="969"/>
          <ac:spMkLst>
            <pc:docMk/>
            <pc:sldMk cId="3651563458" sldId="262"/>
            <ac:spMk id="3" creationId="{5ACDA0CF-B33A-65D2-D8A4-1BDAAF141427}"/>
          </ac:spMkLst>
        </pc:spChg>
        <pc:picChg chg="add mod">
          <ac:chgData name="Amulya Blessy" userId="5382cb7f5433903a" providerId="LiveId" clId="{AAA794CA-285D-4513-A8A2-FAD98DF9ACE2}" dt="2026-08-02T16:29:01.151" v="977" actId="14100"/>
          <ac:picMkLst>
            <pc:docMk/>
            <pc:sldMk cId="3651563458" sldId="262"/>
            <ac:picMk id="4" creationId="{B904A539-38E5-76E6-F0D8-D4AF60104027}"/>
          </ac:picMkLst>
        </pc:picChg>
      </pc:sldChg>
      <pc:sldMasterChg chg="modSldLayout">
        <pc:chgData name="Amulya Blessy" userId="5382cb7f5433903a" providerId="LiveId" clId="{AAA794CA-285D-4513-A8A2-FAD98DF9ACE2}" dt="2026-08-02T16:03:10.259" v="620"/>
        <pc:sldMasterMkLst>
          <pc:docMk/>
          <pc:sldMasterMk cId="578365126" sldId="2147483745"/>
        </pc:sldMasterMkLst>
        <pc:sldLayoutChg chg="delSp">
          <pc:chgData name="Amulya Blessy" userId="5382cb7f5433903a" providerId="LiveId" clId="{AAA794CA-285D-4513-A8A2-FAD98DF9ACE2}" dt="2026-08-02T16:03:10.259" v="620"/>
          <pc:sldLayoutMkLst>
            <pc:docMk/>
            <pc:sldMasterMk cId="578365126" sldId="2147483745"/>
            <pc:sldLayoutMk cId="82404578" sldId="2147483773"/>
          </pc:sldLayoutMkLst>
          <pc:spChg chg="del">
            <ac:chgData name="Amulya Blessy" userId="5382cb7f5433903a" providerId="LiveId" clId="{AAA794CA-285D-4513-A8A2-FAD98DF9ACE2}" dt="2026-08-02T16:03:10.259" v="620"/>
            <ac:spMkLst>
              <pc:docMk/>
              <pc:sldMasterMk cId="578365126" sldId="2147483745"/>
              <pc:sldLayoutMk cId="82404578" sldId="2147483773"/>
              <ac:spMk id="7" creationId="{00000000-0000-0000-0000-000000000000}"/>
            </ac:spMkLst>
          </pc:spChg>
        </pc:sldLayoutChg>
      </pc:sldMasterChg>
      <pc:sldMasterChg chg="setBg">
        <pc:chgData name="Amulya Blessy" userId="5382cb7f5433903a" providerId="LiveId" clId="{AAA794CA-285D-4513-A8A2-FAD98DF9ACE2}" dt="2026-08-02T16:10:01.659" v="716"/>
        <pc:sldMasterMkLst>
          <pc:docMk/>
          <pc:sldMasterMk cId="1956102236" sldId="2147483896"/>
        </pc:sldMasterMkLst>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2838341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687077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505458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0925-27CB-4C66-A675-96AEA47F6C99}"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332602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0925-27CB-4C66-A675-96AEA47F6C99}" type="datetimeFigureOut">
              <a:rPr lang="en-IN" smtClean="0"/>
              <a:t>03-08-2026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086899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664127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271500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1903507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2F0925-27CB-4C66-A675-96AEA47F6C99}"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3231374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42F0925-27CB-4C66-A675-96AEA47F6C99}" type="datetimeFigureOut">
              <a:rPr lang="en-IN" smtClean="0"/>
              <a:t>03-08-2026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2706527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8667465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95358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658866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13189898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20973301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25003283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0925-27CB-4C66-A675-96AEA47F6C99}" type="datetimeFigureOut">
              <a:rPr lang="en-IN" smtClean="0"/>
              <a:t>03-08-2026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665B99-F333-4A0C-A207-49729552EAA0}" type="slidenum">
              <a:rPr lang="en-IN" smtClean="0"/>
              <a:t>‹#›</a:t>
            </a:fld>
            <a:endParaRPr lang="en-IN"/>
          </a:p>
        </p:txBody>
      </p:sp>
    </p:spTree>
    <p:extLst>
      <p:ext uri="{BB962C8B-B14F-4D97-AF65-F5344CB8AC3E}">
        <p14:creationId xmlns:p14="http://schemas.microsoft.com/office/powerpoint/2010/main" val="3554948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42F0925-27CB-4C66-A675-96AEA47F6C99}" type="datetimeFigureOut">
              <a:rPr lang="en-IN" smtClean="0"/>
              <a:t>03-08-2026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3665B99-F333-4A0C-A207-49729552EAA0}" type="slidenum">
              <a:rPr lang="en-IN" smtClean="0"/>
              <a:t>‹#›</a:t>
            </a:fld>
            <a:endParaRPr lang="en-IN"/>
          </a:p>
        </p:txBody>
      </p:sp>
    </p:spTree>
    <p:extLst>
      <p:ext uri="{BB962C8B-B14F-4D97-AF65-F5344CB8AC3E}">
        <p14:creationId xmlns:p14="http://schemas.microsoft.com/office/powerpoint/2010/main" val="2519055885"/>
      </p:ext>
    </p:extLst>
  </p:cSld>
  <p:clrMap bg1="dk1" tx1="lt1" bg2="dk2" tx2="lt2" accent1="accent1" accent2="accent2" accent3="accent3" accent4="accent4" accent5="accent5" accent6="accent6" hlink="hlink" folHlink="folHlink"/>
  <p:sldLayoutIdLst>
    <p:sldLayoutId id="2147483993" r:id="rId1"/>
    <p:sldLayoutId id="2147483994" r:id="rId2"/>
    <p:sldLayoutId id="2147483995" r:id="rId3"/>
    <p:sldLayoutId id="2147483996" r:id="rId4"/>
    <p:sldLayoutId id="2147483997" r:id="rId5"/>
    <p:sldLayoutId id="2147483998" r:id="rId6"/>
    <p:sldLayoutId id="2147483999" r:id="rId7"/>
    <p:sldLayoutId id="2147484000" r:id="rId8"/>
    <p:sldLayoutId id="2147484001" r:id="rId9"/>
    <p:sldLayoutId id="2147484002" r:id="rId10"/>
    <p:sldLayoutId id="2147484003" r:id="rId11"/>
    <p:sldLayoutId id="2147484004" r:id="rId12"/>
    <p:sldLayoutId id="2147484005" r:id="rId13"/>
    <p:sldLayoutId id="2147484006" r:id="rId14"/>
    <p:sldLayoutId id="2147484007" r:id="rId15"/>
    <p:sldLayoutId id="2147484008" r:id="rId16"/>
    <p:sldLayoutId id="2147484009"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10A51-1CA3-1FD0-FC46-AC9AA23B9973}"/>
              </a:ext>
            </a:extLst>
          </p:cNvPr>
          <p:cNvSpPr>
            <a:spLocks noGrp="1"/>
          </p:cNvSpPr>
          <p:nvPr>
            <p:ph type="ctrTitle"/>
          </p:nvPr>
        </p:nvSpPr>
        <p:spPr>
          <a:xfrm>
            <a:off x="777240" y="255639"/>
            <a:ext cx="9890760" cy="1489341"/>
          </a:xfrm>
        </p:spPr>
        <p:txBody>
          <a:bodyPr>
            <a:normAutofit/>
          </a:bodyPr>
          <a:lstStyle/>
          <a:p>
            <a:r>
              <a:rPr lang="en-US" sz="4000" dirty="0"/>
              <a:t>                 FRON-TEND PROJECT</a:t>
            </a:r>
            <a:br>
              <a:rPr lang="en-US" sz="4000" dirty="0"/>
            </a:br>
            <a:r>
              <a:rPr lang="en-US" sz="4000" dirty="0"/>
              <a:t>                               ON</a:t>
            </a:r>
            <a:endParaRPr lang="en-IN" sz="4000" dirty="0"/>
          </a:p>
        </p:txBody>
      </p:sp>
      <p:sp>
        <p:nvSpPr>
          <p:cNvPr id="3" name="Subtitle 2">
            <a:extLst>
              <a:ext uri="{FF2B5EF4-FFF2-40B4-BE49-F238E27FC236}">
                <a16:creationId xmlns:a16="http://schemas.microsoft.com/office/drawing/2014/main" id="{E2675C30-B36A-A3E2-DB8D-D034A5D15D7E}"/>
              </a:ext>
            </a:extLst>
          </p:cNvPr>
          <p:cNvSpPr>
            <a:spLocks noGrp="1"/>
          </p:cNvSpPr>
          <p:nvPr>
            <p:ph type="subTitle" idx="1"/>
          </p:nvPr>
        </p:nvSpPr>
        <p:spPr>
          <a:xfrm>
            <a:off x="373380" y="1744980"/>
            <a:ext cx="10755630" cy="4075922"/>
          </a:xfrm>
        </p:spPr>
        <p:txBody>
          <a:bodyPr>
            <a:noAutofit/>
          </a:bodyPr>
          <a:lstStyle/>
          <a:p>
            <a:r>
              <a:rPr lang="en-US" sz="5400" dirty="0"/>
              <a:t>                 JOB PORTAL</a:t>
            </a:r>
          </a:p>
          <a:p>
            <a:pPr lvl="1" algn="r"/>
            <a:r>
              <a:rPr lang="en-US" sz="5000" dirty="0"/>
              <a:t>                                           </a:t>
            </a:r>
          </a:p>
          <a:p>
            <a:pPr lvl="1" algn="r"/>
            <a:endParaRPr lang="en-US" sz="5000" dirty="0"/>
          </a:p>
          <a:p>
            <a:pPr lvl="1" algn="r"/>
            <a:r>
              <a:rPr lang="en-US" sz="2400" dirty="0"/>
              <a:t>PRESENTED BY</a:t>
            </a:r>
          </a:p>
          <a:p>
            <a:pPr lvl="1" algn="r"/>
            <a:r>
              <a:rPr lang="en-US" sz="2400" dirty="0"/>
              <a:t>P.AMULYA</a:t>
            </a:r>
            <a:endParaRPr lang="en-IN" sz="2400" dirty="0"/>
          </a:p>
        </p:txBody>
      </p:sp>
    </p:spTree>
    <p:extLst>
      <p:ext uri="{BB962C8B-B14F-4D97-AF65-F5344CB8AC3E}">
        <p14:creationId xmlns:p14="http://schemas.microsoft.com/office/powerpoint/2010/main" val="749472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E1667-4F7F-223F-82C5-01624AB2AAA6}"/>
              </a:ext>
            </a:extLst>
          </p:cNvPr>
          <p:cNvSpPr>
            <a:spLocks noGrp="1"/>
          </p:cNvSpPr>
          <p:nvPr>
            <p:ph type="title"/>
          </p:nvPr>
        </p:nvSpPr>
        <p:spPr>
          <a:xfrm>
            <a:off x="646111" y="452718"/>
            <a:ext cx="10974389" cy="774102"/>
          </a:xfrm>
        </p:spPr>
        <p:txBody>
          <a:bodyPr/>
          <a:lstStyle/>
          <a:p>
            <a:r>
              <a:rPr lang="en-US" dirty="0"/>
              <a:t>                         </a:t>
            </a:r>
            <a:r>
              <a:rPr lang="en-US" sz="4000" dirty="0">
                <a:solidFill>
                  <a:schemeClr val="bg2">
                    <a:lumMod val="60000"/>
                    <a:lumOff val="40000"/>
                  </a:schemeClr>
                </a:solidFill>
              </a:rPr>
              <a:t>ABSTRACT</a:t>
            </a:r>
            <a:endParaRPr lang="en-IN" sz="4000" dirty="0">
              <a:solidFill>
                <a:schemeClr val="bg2">
                  <a:lumMod val="60000"/>
                  <a:lumOff val="40000"/>
                </a:schemeClr>
              </a:solidFill>
            </a:endParaRPr>
          </a:p>
        </p:txBody>
      </p:sp>
      <p:sp>
        <p:nvSpPr>
          <p:cNvPr id="3" name="Content Placeholder 2">
            <a:extLst>
              <a:ext uri="{FF2B5EF4-FFF2-40B4-BE49-F238E27FC236}">
                <a16:creationId xmlns:a16="http://schemas.microsoft.com/office/drawing/2014/main" id="{8E5532D9-CCA5-EF76-7ED4-C8CD1AD3A92E}"/>
              </a:ext>
            </a:extLst>
          </p:cNvPr>
          <p:cNvSpPr>
            <a:spLocks noGrp="1"/>
          </p:cNvSpPr>
          <p:nvPr>
            <p:ph idx="1"/>
          </p:nvPr>
        </p:nvSpPr>
        <p:spPr>
          <a:xfrm>
            <a:off x="556260" y="1325880"/>
            <a:ext cx="11117580" cy="4922519"/>
          </a:xfrm>
        </p:spPr>
        <p:txBody>
          <a:bodyPr>
            <a:normAutofit/>
          </a:bodyPr>
          <a:lstStyle/>
          <a:p>
            <a:r>
              <a:rPr lang="en-US" sz="1600" dirty="0"/>
              <a:t>The Job Portal is a web-based application designed to connect job seekers with employers in a simple and efficient way. It allows job seekers to create profiles, search for jobs, and apply for suitable vacancies. Employers can post job openings, manage applications, and find qualified candidates based on their requirements.</a:t>
            </a:r>
          </a:p>
          <a:p>
            <a:r>
              <a:rPr lang="en-US" sz="1600" dirty="0"/>
              <a:t>This project is developed using HTML, CSS, and JavaScript for the frontend, providing a responsive and user-friendly interface. The main objective of the job portal is to simplify the recruitment process, save time for both employers and job seekers, and provide easy access to employment opportunities through a single platform.</a:t>
            </a:r>
            <a:endParaRPr lang="en-IN" sz="1600" dirty="0"/>
          </a:p>
        </p:txBody>
      </p:sp>
    </p:spTree>
    <p:extLst>
      <p:ext uri="{BB962C8B-B14F-4D97-AF65-F5344CB8AC3E}">
        <p14:creationId xmlns:p14="http://schemas.microsoft.com/office/powerpoint/2010/main" val="3879971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B8DB-BA34-B87A-DF74-2FCBC830E85E}"/>
              </a:ext>
            </a:extLst>
          </p:cNvPr>
          <p:cNvSpPr>
            <a:spLocks noGrp="1"/>
          </p:cNvSpPr>
          <p:nvPr>
            <p:ph type="ctrTitle"/>
          </p:nvPr>
        </p:nvSpPr>
        <p:spPr>
          <a:xfrm>
            <a:off x="1524000" y="350520"/>
            <a:ext cx="9144000" cy="868680"/>
          </a:xfrm>
        </p:spPr>
        <p:txBody>
          <a:bodyPr/>
          <a:lstStyle/>
          <a:p>
            <a:r>
              <a:rPr lang="en-US" sz="4000" dirty="0"/>
              <a:t>                   </a:t>
            </a:r>
            <a:r>
              <a:rPr lang="en-US" sz="4000" dirty="0">
                <a:solidFill>
                  <a:schemeClr val="bg2">
                    <a:lumMod val="60000"/>
                    <a:lumOff val="40000"/>
                  </a:schemeClr>
                </a:solidFill>
              </a:rPr>
              <a:t>INTRODUCTION</a:t>
            </a:r>
            <a:endParaRPr lang="en-IN" sz="4000" dirty="0">
              <a:solidFill>
                <a:schemeClr val="bg2">
                  <a:lumMod val="60000"/>
                  <a:lumOff val="40000"/>
                </a:schemeClr>
              </a:solidFill>
            </a:endParaRPr>
          </a:p>
        </p:txBody>
      </p:sp>
      <p:sp>
        <p:nvSpPr>
          <p:cNvPr id="3" name="Subtitle 2">
            <a:extLst>
              <a:ext uri="{FF2B5EF4-FFF2-40B4-BE49-F238E27FC236}">
                <a16:creationId xmlns:a16="http://schemas.microsoft.com/office/drawing/2014/main" id="{F2B2C281-813E-7691-590A-F1C97EA18B5D}"/>
              </a:ext>
            </a:extLst>
          </p:cNvPr>
          <p:cNvSpPr>
            <a:spLocks noGrp="1"/>
          </p:cNvSpPr>
          <p:nvPr>
            <p:ph type="subTitle" idx="1"/>
          </p:nvPr>
        </p:nvSpPr>
        <p:spPr>
          <a:xfrm>
            <a:off x="127517" y="1375022"/>
            <a:ext cx="11752063" cy="3532258"/>
          </a:xfrm>
        </p:spPr>
        <p:txBody>
          <a:bodyPr>
            <a:normAutofit/>
          </a:bodyPr>
          <a:lstStyle/>
          <a:p>
            <a:pPr algn="just"/>
            <a:r>
              <a:rPr lang="en-US" sz="1600" cap="none" dirty="0">
                <a:solidFill>
                  <a:schemeClr val="tx1"/>
                </a:solidFill>
              </a:rPr>
              <a:t>The job portal is a web-based application developed to simplify the recruitment process by connecting job seekers and employers on a single platform. In today's digital world, online job portals have become one of the most effective ways for companies to find skilled candidates and for job seekers to discover suitable career opportunities.This project provides a user-friendly interface where job seekers can browse available jobs, view job descriptions, search for jobs based on different criteria, and apply for positions. Employers can post job vacancies, display job requirements, and manage applications efficiently. The portal helps reduce the time and effort involved in the traditional recruitment process by making job information easily accessible.</a:t>
            </a:r>
            <a:endParaRPr lang="en-IN" sz="1600" cap="none" dirty="0">
              <a:solidFill>
                <a:schemeClr val="tx1"/>
              </a:solidFill>
            </a:endParaRPr>
          </a:p>
        </p:txBody>
      </p:sp>
    </p:spTree>
    <p:extLst>
      <p:ext uri="{BB962C8B-B14F-4D97-AF65-F5344CB8AC3E}">
        <p14:creationId xmlns:p14="http://schemas.microsoft.com/office/powerpoint/2010/main" val="333958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DB52-B41C-C009-7A86-64DAB414BB97}"/>
              </a:ext>
            </a:extLst>
          </p:cNvPr>
          <p:cNvSpPr>
            <a:spLocks noGrp="1"/>
          </p:cNvSpPr>
          <p:nvPr>
            <p:ph type="ctrTitle"/>
          </p:nvPr>
        </p:nvSpPr>
        <p:spPr>
          <a:xfrm>
            <a:off x="1524000" y="139960"/>
            <a:ext cx="9144000" cy="888740"/>
          </a:xfrm>
        </p:spPr>
        <p:txBody>
          <a:bodyPr>
            <a:normAutofit fontScale="90000"/>
          </a:bodyPr>
          <a:lstStyle/>
          <a:p>
            <a:r>
              <a:rPr lang="en-US" dirty="0"/>
              <a:t>             </a:t>
            </a:r>
            <a:r>
              <a:rPr lang="en-US" sz="4000" dirty="0">
                <a:solidFill>
                  <a:schemeClr val="bg2">
                    <a:lumMod val="60000"/>
                    <a:lumOff val="40000"/>
                  </a:schemeClr>
                </a:solidFill>
              </a:rPr>
              <a:t>OBJECTIVE</a:t>
            </a:r>
            <a:endParaRPr lang="en-IN" sz="4000" dirty="0">
              <a:solidFill>
                <a:schemeClr val="bg2">
                  <a:lumMod val="60000"/>
                  <a:lumOff val="40000"/>
                </a:schemeClr>
              </a:solidFill>
            </a:endParaRPr>
          </a:p>
        </p:txBody>
      </p:sp>
      <p:sp>
        <p:nvSpPr>
          <p:cNvPr id="3" name="Subtitle 2">
            <a:extLst>
              <a:ext uri="{FF2B5EF4-FFF2-40B4-BE49-F238E27FC236}">
                <a16:creationId xmlns:a16="http://schemas.microsoft.com/office/drawing/2014/main" id="{3770EC3E-8A13-C424-E3A6-309284792E80}"/>
              </a:ext>
            </a:extLst>
          </p:cNvPr>
          <p:cNvSpPr>
            <a:spLocks noGrp="1"/>
          </p:cNvSpPr>
          <p:nvPr>
            <p:ph type="subTitle" idx="1"/>
          </p:nvPr>
        </p:nvSpPr>
        <p:spPr>
          <a:xfrm>
            <a:off x="419100" y="1028699"/>
            <a:ext cx="11318810" cy="5372101"/>
          </a:xfrm>
        </p:spPr>
        <p:txBody>
          <a:bodyPr>
            <a:normAutofit/>
          </a:bodyPr>
          <a:lstStyle/>
          <a:p>
            <a:pPr marL="342900" indent="-342900" algn="just">
              <a:buFont typeface="Arial" panose="020B0604020202020204" pitchFamily="34" charset="0"/>
              <a:buChar char="•"/>
            </a:pPr>
            <a:r>
              <a:rPr lang="en-US" sz="1600" cap="none" dirty="0">
                <a:solidFill>
                  <a:schemeClr val="tx1"/>
                </a:solidFill>
              </a:rPr>
              <a:t>To develop a user-friendly web-based job portal that connects job seekers with employers.</a:t>
            </a:r>
          </a:p>
          <a:p>
            <a:pPr marL="342900" indent="-342900" algn="just">
              <a:buFont typeface="Arial" panose="020B0604020202020204" pitchFamily="34" charset="0"/>
              <a:buChar char="•"/>
            </a:pPr>
            <a:r>
              <a:rPr lang="en-US" sz="1600" cap="none" dirty="0">
                <a:solidFill>
                  <a:schemeClr val="tx1"/>
                </a:solidFill>
              </a:rPr>
              <a:t>To enable employers to post job vacancies and manage job listings efficiently.</a:t>
            </a:r>
          </a:p>
          <a:p>
            <a:pPr marL="342900" indent="-342900" algn="just">
              <a:buFont typeface="Arial" panose="020B0604020202020204" pitchFamily="34" charset="0"/>
              <a:buChar char="•"/>
            </a:pPr>
            <a:r>
              <a:rPr lang="en-US" sz="1600" cap="none" dirty="0">
                <a:solidFill>
                  <a:schemeClr val="tx1"/>
                </a:solidFill>
              </a:rPr>
              <a:t>To allow job seekers to search, view, and apply for suitable job opportunities.</a:t>
            </a:r>
          </a:p>
          <a:p>
            <a:pPr marL="342900" indent="-342900" algn="just">
              <a:buFont typeface="Arial" panose="020B0604020202020204" pitchFamily="34" charset="0"/>
              <a:buChar char="•"/>
            </a:pPr>
            <a:r>
              <a:rPr lang="en-US" sz="1600" cap="none" dirty="0">
                <a:solidFill>
                  <a:schemeClr val="tx1"/>
                </a:solidFill>
              </a:rPr>
              <a:t>To simplify and speed up the recruitment process by providing an online platform.</a:t>
            </a:r>
          </a:p>
          <a:p>
            <a:pPr marL="342900" indent="-342900" algn="just">
              <a:buFont typeface="Arial" panose="020B0604020202020204" pitchFamily="34" charset="0"/>
              <a:buChar char="•"/>
            </a:pPr>
            <a:r>
              <a:rPr lang="en-US" sz="1600" cap="none" dirty="0">
                <a:solidFill>
                  <a:schemeClr val="tx1"/>
                </a:solidFill>
              </a:rPr>
              <a:t>To reduce the time and effort required for both employers and candidates during hiring.</a:t>
            </a:r>
          </a:p>
          <a:p>
            <a:pPr marL="342900" indent="-342900" algn="just">
              <a:buFont typeface="Arial" panose="020B0604020202020204" pitchFamily="34" charset="0"/>
              <a:buChar char="•"/>
            </a:pPr>
            <a:r>
              <a:rPr lang="en-US" sz="1600" cap="none" dirty="0">
                <a:solidFill>
                  <a:schemeClr val="tx1"/>
                </a:solidFill>
              </a:rPr>
              <a:t>To provide an attractive, responsive, and easy-to-use interface using html, css, and javascript.</a:t>
            </a:r>
          </a:p>
          <a:p>
            <a:pPr marL="342900" indent="-342900" algn="just">
              <a:buFont typeface="Arial" panose="020B0604020202020204" pitchFamily="34" charset="0"/>
              <a:buChar char="•"/>
            </a:pPr>
            <a:r>
              <a:rPr lang="en-US" sz="1600" cap="none" dirty="0">
                <a:solidFill>
                  <a:schemeClr val="tx1"/>
                </a:solidFill>
              </a:rPr>
              <a:t>To improve accessibility so users can access job information anytime and from anywhere.</a:t>
            </a:r>
          </a:p>
          <a:p>
            <a:pPr marL="342900" indent="-342900" algn="just">
              <a:buFont typeface="Arial" panose="020B0604020202020204" pitchFamily="34" charset="0"/>
              <a:buChar char="•"/>
            </a:pPr>
            <a:r>
              <a:rPr lang="en-US" sz="1600" cap="none" dirty="0">
                <a:solidFill>
                  <a:schemeClr val="tx1"/>
                </a:solidFill>
              </a:rPr>
              <a:t>To create a platform that enhances communication between employers and job seekers.</a:t>
            </a:r>
            <a:endParaRPr lang="en-IN" sz="1600" cap="none" dirty="0">
              <a:solidFill>
                <a:schemeClr val="tx1"/>
              </a:solidFill>
            </a:endParaRPr>
          </a:p>
        </p:txBody>
      </p:sp>
    </p:spTree>
    <p:extLst>
      <p:ext uri="{BB962C8B-B14F-4D97-AF65-F5344CB8AC3E}">
        <p14:creationId xmlns:p14="http://schemas.microsoft.com/office/powerpoint/2010/main" val="1852453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A35AC-75B7-E4B2-2FBD-18EEDC8498B4}"/>
              </a:ext>
            </a:extLst>
          </p:cNvPr>
          <p:cNvSpPr>
            <a:spLocks noGrp="1"/>
          </p:cNvSpPr>
          <p:nvPr>
            <p:ph type="title"/>
          </p:nvPr>
        </p:nvSpPr>
        <p:spPr>
          <a:xfrm>
            <a:off x="838200" y="365125"/>
            <a:ext cx="10515600" cy="762635"/>
          </a:xfrm>
        </p:spPr>
        <p:txBody>
          <a:bodyPr>
            <a:normAutofit/>
          </a:bodyPr>
          <a:lstStyle/>
          <a:p>
            <a:r>
              <a:rPr lang="en-US" dirty="0"/>
              <a:t>                       </a:t>
            </a:r>
            <a:r>
              <a:rPr lang="en-US" sz="4000" dirty="0">
                <a:solidFill>
                  <a:schemeClr val="bg2">
                    <a:lumMod val="60000"/>
                    <a:lumOff val="40000"/>
                  </a:schemeClr>
                </a:solidFill>
              </a:rPr>
              <a:t>SAMPLE CODE</a:t>
            </a:r>
            <a:endParaRPr lang="en-IN" sz="4000" dirty="0">
              <a:solidFill>
                <a:schemeClr val="bg2">
                  <a:lumMod val="60000"/>
                  <a:lumOff val="40000"/>
                </a:schemeClr>
              </a:solidFill>
            </a:endParaRPr>
          </a:p>
        </p:txBody>
      </p:sp>
      <p:sp>
        <p:nvSpPr>
          <p:cNvPr id="3" name="Content Placeholder 2">
            <a:extLst>
              <a:ext uri="{FF2B5EF4-FFF2-40B4-BE49-F238E27FC236}">
                <a16:creationId xmlns:a16="http://schemas.microsoft.com/office/drawing/2014/main" id="{64F37FB2-64F3-AE18-4A32-7033A863FE1C}"/>
              </a:ext>
            </a:extLst>
          </p:cNvPr>
          <p:cNvSpPr>
            <a:spLocks noGrp="1"/>
          </p:cNvSpPr>
          <p:nvPr>
            <p:ph idx="1"/>
          </p:nvPr>
        </p:nvSpPr>
        <p:spPr>
          <a:xfrm>
            <a:off x="83820" y="1127760"/>
            <a:ext cx="12031980" cy="5730240"/>
          </a:xfrm>
        </p:spPr>
        <p:txBody>
          <a:bodyPr>
            <a:normAutofit fontScale="47500" lnSpcReduction="20000"/>
          </a:bodyPr>
          <a:lstStyle/>
          <a:p>
            <a:pPr marL="0" indent="0">
              <a:buNone/>
            </a:pPr>
            <a:r>
              <a:rPr lang="en-IN" dirty="0"/>
              <a:t> &lt;!-- HTML --&gt;</a:t>
            </a:r>
          </a:p>
          <a:p>
            <a:pPr marL="0" indent="0">
              <a:buNone/>
            </a:pPr>
            <a:r>
              <a:rPr lang="en-IN" dirty="0"/>
              <a:t> &lt;div class="job-card"&gt;  </a:t>
            </a:r>
          </a:p>
          <a:p>
            <a:pPr marL="0" indent="0">
              <a:buNone/>
            </a:pPr>
            <a:r>
              <a:rPr lang="en-IN" dirty="0"/>
              <a:t> &lt;h2&gt;Frontend Developer&lt;/h2&gt; </a:t>
            </a:r>
          </a:p>
          <a:p>
            <a:pPr marL="0" indent="0">
              <a:buNone/>
            </a:pPr>
            <a:r>
              <a:rPr lang="en-IN" dirty="0"/>
              <a:t> &lt;p&gt;Company: ABC Technologies&lt;/p&gt;  </a:t>
            </a:r>
          </a:p>
          <a:p>
            <a:pPr marL="0" indent="0">
              <a:buNone/>
            </a:pPr>
            <a:r>
              <a:rPr lang="en-IN" dirty="0"/>
              <a:t> &lt;button onclick="applyJob()"&gt;Apply Now&lt;/button&gt;</a:t>
            </a:r>
          </a:p>
          <a:p>
            <a:pPr marL="0" indent="0">
              <a:buNone/>
            </a:pPr>
            <a:r>
              <a:rPr lang="en-IN" dirty="0"/>
              <a:t> &lt;/div&gt;</a:t>
            </a:r>
          </a:p>
          <a:p>
            <a:pPr marL="0" indent="0">
              <a:buNone/>
            </a:pPr>
            <a:r>
              <a:rPr lang="en-IN" dirty="0"/>
              <a:t> &lt;!-- CSS --&gt;</a:t>
            </a:r>
          </a:p>
          <a:p>
            <a:pPr marL="0" indent="0">
              <a:buNone/>
            </a:pPr>
            <a:r>
              <a:rPr lang="en-IN" dirty="0"/>
              <a:t> &lt;style&gt;</a:t>
            </a:r>
          </a:p>
          <a:p>
            <a:pPr marL="0" indent="0">
              <a:buNone/>
            </a:pPr>
            <a:r>
              <a:rPr lang="en-IN" dirty="0"/>
              <a:t> .job-card{  </a:t>
            </a:r>
          </a:p>
          <a:p>
            <a:pPr marL="0" indent="0">
              <a:buNone/>
            </a:pPr>
            <a:r>
              <a:rPr lang="en-IN" dirty="0"/>
              <a:t> padding:20px;  </a:t>
            </a:r>
          </a:p>
          <a:p>
            <a:pPr marL="0" indent="0">
              <a:buNone/>
            </a:pPr>
            <a:r>
              <a:rPr lang="en-IN" dirty="0"/>
              <a:t> border-radius:10px;  </a:t>
            </a:r>
          </a:p>
          <a:p>
            <a:pPr marL="0" indent="0">
              <a:buNone/>
            </a:pPr>
            <a:r>
              <a:rPr lang="en-IN" dirty="0"/>
              <a:t> box-shadow:0 0 10px gray;</a:t>
            </a:r>
          </a:p>
          <a:p>
            <a:pPr marL="0" indent="0">
              <a:buNone/>
            </a:pPr>
            <a:r>
              <a:rPr lang="en-IN" dirty="0"/>
              <a:t> }</a:t>
            </a:r>
          </a:p>
          <a:p>
            <a:pPr marL="0" indent="0">
              <a:buNone/>
            </a:pPr>
            <a:r>
              <a:rPr lang="en-IN" dirty="0"/>
              <a:t> button{  </a:t>
            </a:r>
          </a:p>
          <a:p>
            <a:pPr marL="0" indent="0">
              <a:buNone/>
            </a:pPr>
            <a:r>
              <a:rPr lang="en-IN" dirty="0"/>
              <a:t> background:green;  </a:t>
            </a:r>
          </a:p>
          <a:p>
            <a:pPr marL="0" indent="0">
              <a:buNone/>
            </a:pPr>
            <a:r>
              <a:rPr lang="en-IN" dirty="0"/>
              <a:t> color:white;</a:t>
            </a:r>
          </a:p>
          <a:p>
            <a:pPr marL="0" indent="0">
              <a:buNone/>
            </a:pPr>
            <a:r>
              <a:rPr lang="en-IN" dirty="0"/>
              <a:t> }</a:t>
            </a:r>
          </a:p>
          <a:p>
            <a:pPr marL="0" indent="0">
              <a:buNone/>
            </a:pPr>
            <a:r>
              <a:rPr lang="en-IN" dirty="0"/>
              <a:t> &lt;/style&gt;</a:t>
            </a:r>
          </a:p>
          <a:p>
            <a:pPr marL="0" indent="0">
              <a:buNone/>
            </a:pPr>
            <a:r>
              <a:rPr lang="en-IN" dirty="0"/>
              <a:t> &lt;!-- JavaScript --&gt;</a:t>
            </a:r>
          </a:p>
          <a:p>
            <a:pPr marL="0" indent="0">
              <a:buNone/>
            </a:pPr>
            <a:r>
              <a:rPr lang="en-IN" dirty="0"/>
              <a:t> &lt;script&gt;function applyJob(){</a:t>
            </a:r>
          </a:p>
          <a:p>
            <a:pPr marL="0" indent="0">
              <a:buNone/>
            </a:pPr>
            <a:r>
              <a:rPr lang="en-IN" dirty="0"/>
              <a:t>  alert("Application Submitted Successfully!");</a:t>
            </a:r>
          </a:p>
          <a:p>
            <a:pPr marL="0" indent="0">
              <a:buNone/>
            </a:pPr>
            <a:r>
              <a:rPr lang="en-IN" dirty="0"/>
              <a:t> }</a:t>
            </a:r>
          </a:p>
          <a:p>
            <a:pPr marL="0" indent="0">
              <a:buNone/>
            </a:pPr>
            <a:r>
              <a:rPr lang="en-IN" dirty="0"/>
              <a:t> &lt;/script&gt;</a:t>
            </a:r>
          </a:p>
        </p:txBody>
      </p:sp>
    </p:spTree>
    <p:extLst>
      <p:ext uri="{BB962C8B-B14F-4D97-AF65-F5344CB8AC3E}">
        <p14:creationId xmlns:p14="http://schemas.microsoft.com/office/powerpoint/2010/main" val="1557926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832EE-581E-1C32-A6FB-570E6D33D1F8}"/>
              </a:ext>
            </a:extLst>
          </p:cNvPr>
          <p:cNvSpPr>
            <a:spLocks noGrp="1"/>
          </p:cNvSpPr>
          <p:nvPr>
            <p:ph type="title"/>
          </p:nvPr>
        </p:nvSpPr>
        <p:spPr>
          <a:xfrm>
            <a:off x="220980" y="93306"/>
            <a:ext cx="11132820" cy="1118274"/>
          </a:xfrm>
        </p:spPr>
        <p:txBody>
          <a:bodyPr/>
          <a:lstStyle/>
          <a:p>
            <a:r>
              <a:rPr lang="en-US" dirty="0"/>
              <a:t>OUTPUT:</a:t>
            </a:r>
            <a:endParaRPr lang="en-IN" dirty="0"/>
          </a:p>
        </p:txBody>
      </p:sp>
      <p:pic>
        <p:nvPicPr>
          <p:cNvPr id="9" name="Content Placeholder 8">
            <a:extLst>
              <a:ext uri="{FF2B5EF4-FFF2-40B4-BE49-F238E27FC236}">
                <a16:creationId xmlns:a16="http://schemas.microsoft.com/office/drawing/2014/main" id="{8218E35C-093D-9C14-CDE9-CA490FB49E9F}"/>
              </a:ext>
            </a:extLst>
          </p:cNvPr>
          <p:cNvPicPr>
            <a:picLocks noGrp="1" noChangeAspect="1"/>
          </p:cNvPicPr>
          <p:nvPr>
            <p:ph idx="1"/>
          </p:nvPr>
        </p:nvPicPr>
        <p:blipFill>
          <a:blip r:embed="rId2"/>
          <a:stretch>
            <a:fillRect/>
          </a:stretch>
        </p:blipFill>
        <p:spPr>
          <a:xfrm>
            <a:off x="220980" y="1110342"/>
            <a:ext cx="11750041" cy="5589038"/>
          </a:xfrm>
          <a:prstGeom prst="rect">
            <a:avLst/>
          </a:prstGeom>
        </p:spPr>
      </p:pic>
    </p:spTree>
    <p:extLst>
      <p:ext uri="{BB962C8B-B14F-4D97-AF65-F5344CB8AC3E}">
        <p14:creationId xmlns:p14="http://schemas.microsoft.com/office/powerpoint/2010/main" val="1302040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9DEF747-7A19-E605-C4D8-158E94A28A08}"/>
              </a:ext>
            </a:extLst>
          </p:cNvPr>
          <p:cNvPicPr>
            <a:picLocks noChangeAspect="1"/>
          </p:cNvPicPr>
          <p:nvPr/>
        </p:nvPicPr>
        <p:blipFill>
          <a:blip r:embed="rId2"/>
          <a:stretch>
            <a:fillRect/>
          </a:stretch>
        </p:blipFill>
        <p:spPr>
          <a:xfrm>
            <a:off x="167951" y="438538"/>
            <a:ext cx="11803226" cy="5896947"/>
          </a:xfrm>
          <a:prstGeom prst="rect">
            <a:avLst/>
          </a:prstGeom>
        </p:spPr>
      </p:pic>
    </p:spTree>
    <p:extLst>
      <p:ext uri="{BB962C8B-B14F-4D97-AF65-F5344CB8AC3E}">
        <p14:creationId xmlns:p14="http://schemas.microsoft.com/office/powerpoint/2010/main" val="3001474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840734-D17D-00FB-9CF4-303CB22D03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958" y="317242"/>
            <a:ext cx="11971177" cy="6120880"/>
          </a:xfrm>
          <a:prstGeom prst="rect">
            <a:avLst/>
          </a:prstGeom>
        </p:spPr>
      </p:pic>
    </p:spTree>
    <p:extLst>
      <p:ext uri="{BB962C8B-B14F-4D97-AF65-F5344CB8AC3E}">
        <p14:creationId xmlns:p14="http://schemas.microsoft.com/office/powerpoint/2010/main" val="20451641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Thank You HD Images for PPT and Social Media | Minimalist thank you design, Stick figure thank you card, Thank you card ideas">
            <a:extLst>
              <a:ext uri="{FF2B5EF4-FFF2-40B4-BE49-F238E27FC236}">
                <a16:creationId xmlns:a16="http://schemas.microsoft.com/office/drawing/2014/main" id="{B904A539-38E5-76E6-F0D8-D4AF60104027}"/>
              </a:ext>
            </a:extLst>
          </p:cNvPr>
          <p:cNvPicPr>
            <a:picLocks noGrp="1" noChangeAspect="1"/>
          </p:cNvPicPr>
          <p:nvPr>
            <p:ph idx="1"/>
          </p:nvPr>
        </p:nvPicPr>
        <p:blipFill>
          <a:blip r:embed="rId2"/>
          <a:stretch>
            <a:fillRect/>
          </a:stretch>
        </p:blipFill>
        <p:spPr>
          <a:xfrm>
            <a:off x="0" y="-114300"/>
            <a:ext cx="12192000" cy="6972300"/>
          </a:xfrm>
          <a:prstGeom prst="rect">
            <a:avLst/>
          </a:prstGeom>
        </p:spPr>
      </p:pic>
    </p:spTree>
    <p:extLst>
      <p:ext uri="{BB962C8B-B14F-4D97-AF65-F5344CB8AC3E}">
        <p14:creationId xmlns:p14="http://schemas.microsoft.com/office/powerpoint/2010/main" val="36515634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TM02836342[[fn=Ion]]</Template>
  <TotalTime>118</TotalTime>
  <Words>502</Words>
  <Application>Microsoft Office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Century Gothic</vt:lpstr>
      <vt:lpstr>Wingdings 3</vt:lpstr>
      <vt:lpstr>Ion</vt:lpstr>
      <vt:lpstr>                 FRON-TEND PROJECT                                ON</vt:lpstr>
      <vt:lpstr>                         ABSTRACT</vt:lpstr>
      <vt:lpstr>                   INTRODUCTION</vt:lpstr>
      <vt:lpstr>             OBJECTIVE</vt:lpstr>
      <vt:lpstr>                       SAMPLE CODE</vt:lpstr>
      <vt:lpstr>OUTPUT:</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Amulya Blessy</dc:creator>
  <cp:lastModifiedBy>Amulya Blessy</cp:lastModifiedBy>
  <cp:revision>2</cp:revision>
  <dcterms:created xsi:type="dcterms:W3CDTF">2026-08-02T13:49:19Z</dcterms:created>
  <dcterms:modified xsi:type="dcterms:W3CDTF">2026-08-03T16:22:25Z</dcterms:modified>
</cp:coreProperties>
</file>